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Movie Genre Classification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CODSOFT Machine Learning Internship</a:t>
            </a:r>
          </a:p>
          <a:p>
            <a:r>
              <a:t>Submitted By: </a:t>
            </a:r>
            <a:r>
              <a:rPr lang="en-US"/>
              <a:t>Choragudi.Rushitha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Movie genre classification predicts a movie's genre from its description using NLP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movie genre categorization for large movie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movie descriptions</a:t>
            </a:r>
          </a:p>
          <a:p>
            <a:r>
              <a:t>• Train a classification model</a:t>
            </a:r>
          </a:p>
          <a:p>
            <a:r>
              <a:t>• Predict genres accurately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Feature: Description</a:t>
            </a:r>
          </a:p>
          <a:p>
            <a:r>
              <a:t>Target Variable: Genre</a:t>
            </a:r>
          </a:p>
          <a:p>
            <a:r>
              <a:t>Other fields include Title, Year, Director, Rating,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Preprocessing</a:t>
            </a:r>
          </a:p>
          <a:p>
            <a:r>
              <a:t>3. TF-IDF Feature Extraction</a:t>
            </a:r>
          </a:p>
          <a:p>
            <a:r>
              <a:t>4. Train-Test Split</a:t>
            </a:r>
          </a:p>
          <a:p>
            <a:r>
              <a:t>5. Model Training</a:t>
            </a:r>
          </a:p>
          <a:p>
            <a:r>
              <a:t>6.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Google Colab, Pandas, NumPy, Scikit-Learn, TF-IDF, Logistic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Vectorization converts text into numerical features.</a:t>
            </a:r>
          </a:p>
          <a:p>
            <a:r>
              <a:t>Logistic Regression performs genre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your Accuracy, Precision, Recall, and F1-Score from the notebook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Movie genres can be predicted automatically using NLP and Machine Learning.</a:t>
            </a:r>
          </a:p>
          <a:p>
            <a:r>
              <a:t>Future work: Deep Learning and BERT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WPS Presentation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Movie Genre Classification Using Machine Learning</vt:lpstr>
      <vt:lpstr>Introduction</vt:lpstr>
      <vt:lpstr>Problem Statement</vt:lpstr>
      <vt:lpstr>Project Objectives</vt:lpstr>
      <vt:lpstr>Dataset Description</vt:lpstr>
      <vt:lpstr>Methodology</vt:lpstr>
      <vt:lpstr>Technologies Used</vt:lpstr>
      <vt:lpstr>Model Implementation</vt:lpstr>
      <vt:lpstr>Results</vt:lpstr>
      <vt:lpstr>Conclusion &amp; Future Scope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WPS_1764525583</cp:lastModifiedBy>
  <cp:revision>2</cp:revision>
  <dcterms:created xsi:type="dcterms:W3CDTF">2013-01-27T09:14:00Z</dcterms:created>
  <dcterms:modified xsi:type="dcterms:W3CDTF">2026-06-20T07:09:24Z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B5EC7906A3654516A5289D5B3251578C_12</vt:lpwstr>
  </property>
  <property fmtid="{D5CDD505-2E9C-101B-9397-08002B2CF9AE}" pid="3" name="KSOProductBuildVer">
    <vt:lpwstr>1033-12.2.0.23155</vt:lpwstr>
  </property>
</Properties>
</file>